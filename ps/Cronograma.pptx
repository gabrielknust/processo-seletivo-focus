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E462-64D3-4A21-8C5C-4A36EC923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0C9E6-73C3-49E0-8109-2B178604C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151C10-9043-4A16-B111-5763ED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006C5C-6383-4072-8359-051306D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1BDB68-AFE8-4C87-9699-E337B7F0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83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95B9A-AC9F-44E4-8B42-11F0541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A03034-7FC7-47CD-B0BB-CEB132FE3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001A07-A936-46F4-8F0E-E9866411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FBD8A4-D68E-4E93-B2A0-CCE8388C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EB851-7DDC-4C53-B8EF-8181E5A5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7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567AD-7665-4C90-B4D2-AF5B8038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523E43-C55A-423C-8A04-331F74D3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370998-548F-4FAB-9228-75CE6B71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82B82-5664-4512-B47F-D82CB2C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F83E2F-6F1B-4B65-97C0-5DDD1017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87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EB424-F822-499A-937E-2D591C19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52A70-991F-469E-A333-5325A9603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7EFCD1-F683-44B3-B884-DFFB60A81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BFB44-1C37-463B-903E-3258BCED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6D8DA4-8246-4357-BF69-C62AA768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BA7AE-7C11-4AAA-AAF5-FB6A5157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4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7792A-24FF-4CDA-924F-A1796B80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22029-22DB-4DA4-8AA9-BB2BE2187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7AE19-A59E-4216-97F9-D5678866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2F83AA-C61B-4927-A7C6-12A4E825A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0C359C-C0AC-4334-9B92-B0E4F4801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F3515B-D6DF-4A85-B791-B5B002B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0A4EF0-9855-4B77-9066-E5C34692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7B85C-178B-436D-8408-7B2C8FAE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2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CFB5-1719-4C20-8BBE-ED1A01B7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27D14C-08CD-4D13-B3ED-60EECF6D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3A8547-35B5-41D1-AB73-F5A069C8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E03658-BC61-4DAA-A9EE-6444B023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57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24E30A-3652-4A78-8549-4E27D466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BFA06B-3FEC-4EBD-9E91-C4E35DB7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31A35F-8DD1-499E-B411-B763D17E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5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0D368-50D1-4809-B944-265F84FF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0633F-7B13-4794-9F0A-C21FC936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F80F7F-8AA1-4370-988E-E6A1014D7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771511-CC9C-4C34-922B-823DF506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87376C-D1A1-4544-A361-3F38C299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9C0064-811E-45CE-BE87-8490378C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6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9A692-D8BA-441C-A70E-B5163DDF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8D9BD7-8AD2-452D-8756-F249BCD47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64C336-8D1F-4149-AF67-6142A734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5961E6-9513-46FE-B87A-45B1272E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388F2-4D6D-4126-809E-2B823C4C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38E6DA-4524-400F-9B38-1D6F5FD5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04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43A5C-0C41-4C31-8844-C09AFA42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F4322C-66BB-4503-B41E-FA1A75A32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8F4DC-90C9-4B78-A1B8-188509A2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CFDB2-B5A8-4972-B2B1-E012A22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BD5E3-39C5-434B-9EB4-37AB329C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01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E5A50-7171-40FA-AEA6-12AD115D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C953F9-4A6D-46DB-8D17-8B70EA801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1A0E44-6A18-4C51-B6A7-6FD9128C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1F16A-042E-4D3B-BA7C-23FAD9DB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0E5D4C-CE25-4F10-90D6-F7D65DFE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59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AC8A31-43F0-47BB-A83B-EF8B862D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5D3F56-DDA0-440B-B68C-CB0B81DE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50EAA-28DC-40B2-A643-A9A2F5E8A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2BE56-6773-49CA-B8E5-089E7D32C300}" type="datetimeFigureOut">
              <a:rPr lang="pt-BR" smtClean="0"/>
              <a:t>05/11/2021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C5BEE6-D394-47CB-B77A-52FA75388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26AD54-1CAE-4E6D-92CD-EA12564AA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2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83154-7F24-48CB-98A8-215864A6A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Processo seletivo</a:t>
            </a:r>
            <a:br>
              <a:rPr lang="pt-BR" dirty="0">
                <a:latin typeface="Aileron" panose="00000500000000000000" pitchFamily="50" charset="0"/>
              </a:rPr>
            </a:br>
            <a:r>
              <a:rPr lang="pt-BR" dirty="0">
                <a:latin typeface="Aileron" panose="00000500000000000000" pitchFamily="50" charset="0"/>
              </a:rPr>
              <a:t>Cronograma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5038C9-90F1-4C16-9395-4266E12B8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177" y="535948"/>
            <a:ext cx="7407645" cy="16992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8A628DA-04CB-45EA-BA45-A21678F25D74}"/>
              </a:ext>
            </a:extLst>
          </p:cNvPr>
          <p:cNvSpPr txBox="1"/>
          <p:nvPr/>
        </p:nvSpPr>
        <p:spPr>
          <a:xfrm>
            <a:off x="1524000" y="4757738"/>
            <a:ext cx="6548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Gabriel Silva Knust – Coordenador de Ciência da Computação e membro desde dezembro de 2019</a:t>
            </a:r>
          </a:p>
        </p:txBody>
      </p:sp>
    </p:spTree>
    <p:extLst>
      <p:ext uri="{BB962C8B-B14F-4D97-AF65-F5344CB8AC3E}">
        <p14:creationId xmlns:p14="http://schemas.microsoft.com/office/powerpoint/2010/main" val="191314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C80E2-F863-42D3-8BF8-8818E62A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Semana 1 – 9/11 12/11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A4FC8F-BD58-485D-B70A-500D203E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Negociação.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Metodologia ágil.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Ferramentas utilizadas.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Criação de layout.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Github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953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C80E2-F863-42D3-8BF8-8818E62A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Semana 2 – 15/11 19/11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A4FC8F-BD58-485D-B70A-500D203E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Html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 .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Css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Exercícios.</a:t>
            </a:r>
          </a:p>
        </p:txBody>
      </p:sp>
    </p:spTree>
    <p:extLst>
      <p:ext uri="{BB962C8B-B14F-4D97-AF65-F5344CB8AC3E}">
        <p14:creationId xmlns:p14="http://schemas.microsoft.com/office/powerpoint/2010/main" val="358490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C80E2-F863-42D3-8BF8-8818E62A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Semana 3 – 22/11 26/11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A4FC8F-BD58-485D-B70A-500D203E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Javascript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API.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Json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Exercícios.</a:t>
            </a:r>
          </a:p>
        </p:txBody>
      </p:sp>
    </p:spTree>
    <p:extLst>
      <p:ext uri="{BB962C8B-B14F-4D97-AF65-F5344CB8AC3E}">
        <p14:creationId xmlns:p14="http://schemas.microsoft.com/office/powerpoint/2010/main" val="354833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C80E2-F863-42D3-8BF8-8818E62A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Semana 4 – 29/11 03/12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A4FC8F-BD58-485D-B70A-500D203E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Banco de dados.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Integração entre banco de dados e 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Javascript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Exercícios.</a:t>
            </a:r>
          </a:p>
        </p:txBody>
      </p:sp>
    </p:spTree>
    <p:extLst>
      <p:ext uri="{BB962C8B-B14F-4D97-AF65-F5344CB8AC3E}">
        <p14:creationId xmlns:p14="http://schemas.microsoft.com/office/powerpoint/2010/main" val="379788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C80E2-F863-42D3-8BF8-8818E62A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Semana 5 – 06/12 10/12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A4FC8F-BD58-485D-B70A-500D203E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Apresentação do projeto.</a:t>
            </a:r>
          </a:p>
        </p:txBody>
      </p:sp>
    </p:spTree>
    <p:extLst>
      <p:ext uri="{BB962C8B-B14F-4D97-AF65-F5344CB8AC3E}">
        <p14:creationId xmlns:p14="http://schemas.microsoft.com/office/powerpoint/2010/main" val="4109789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Aileron</vt:lpstr>
      <vt:lpstr>Arial</vt:lpstr>
      <vt:lpstr>Calibri</vt:lpstr>
      <vt:lpstr>Calibri Light</vt:lpstr>
      <vt:lpstr>Clear Sans</vt:lpstr>
      <vt:lpstr>Tema do Office</vt:lpstr>
      <vt:lpstr>Processo seletivo Cronograma</vt:lpstr>
      <vt:lpstr>Semana 1 – 9/11 12/11</vt:lpstr>
      <vt:lpstr>Semana 2 – 15/11 19/11</vt:lpstr>
      <vt:lpstr>Semana 3 – 22/11 26/11</vt:lpstr>
      <vt:lpstr>Semana 4 – 29/11 03/12</vt:lpstr>
      <vt:lpstr>Semana 5 – 06/12 10/12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 seletivo Focus Consultoria – Cronograma</dc:title>
  <dc:creator>gabriel silva knust</dc:creator>
  <cp:lastModifiedBy>gabriel silva knust</cp:lastModifiedBy>
  <cp:revision>3</cp:revision>
  <dcterms:created xsi:type="dcterms:W3CDTF">2021-11-05T15:19:31Z</dcterms:created>
  <dcterms:modified xsi:type="dcterms:W3CDTF">2021-11-05T15:38:57Z</dcterms:modified>
</cp:coreProperties>
</file>