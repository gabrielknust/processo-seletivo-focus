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1E462-64D3-4A21-8C5C-4A36EC923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E0C9E6-73C3-49E0-8109-2B178604C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151C10-9043-4A16-B111-5763ED5F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15/11/2021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006C5C-6383-4072-8359-051306D3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1BDB68-AFE8-4C87-9699-E337B7F0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834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95B9A-AC9F-44E4-8B42-11F0541D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A03034-7FC7-47CD-B0BB-CEB132FE3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001A07-A936-46F4-8F0E-E9866411C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15/11/2021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FBD8A4-D68E-4E93-B2A0-CCE8388C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6EB851-7DDC-4C53-B8EF-8181E5A5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57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567AD-7665-4C90-B4D2-AF5B8038C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523E43-C55A-423C-8A04-331F74D3C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370998-548F-4FAB-9228-75CE6B71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15/11/2021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A82B82-5664-4512-B47F-D82CB2C0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F83E2F-6F1B-4B65-97C0-5DDD1017A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787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8EB424-F822-499A-937E-2D591C19D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52A70-991F-469E-A333-5325A9603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7EFCD1-F683-44B3-B884-DFFB60A81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EBFB44-1C37-463B-903E-3258BCED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15/11/2021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6D8DA4-8246-4357-BF69-C62AA768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FBA7AE-7C11-4AAA-AAF5-FB6A5157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046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7792A-24FF-4CDA-924F-A1796B80F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322029-22DB-4DA4-8AA9-BB2BE2187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F7AE19-A59E-4216-97F9-D56788660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2F83AA-C61B-4927-A7C6-12A4E825A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80C359C-C0AC-4334-9B92-B0E4F4801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F3515B-D6DF-4A85-B791-B5B002BD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15/11/2021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E0A4EF0-9855-4B77-9066-E5C34692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87B85C-178B-436D-8408-7B2C8FAE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2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3CFB5-1719-4C20-8BBE-ED1A01B75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27D14C-08CD-4D13-B3ED-60EECF6D0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15/11/2021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3A8547-35B5-41D1-AB73-F5A069C8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E03658-BC61-4DAA-A9EE-6444B023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257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24E30A-3652-4A78-8549-4E27D466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15/11/2021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6BFA06B-3FEC-4EBD-9E91-C4E35DB7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31A35F-8DD1-499E-B411-B763D17E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95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0D368-50D1-4809-B944-265F84FF8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F0633F-7B13-4794-9F0A-C21FC9362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F80F7F-8AA1-4370-988E-E6A1014D7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771511-CC9C-4C34-922B-823DF506A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15/11/2021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87376C-D1A1-4544-A361-3F38C299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9C0064-811E-45CE-BE87-8490378C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760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9A692-D8BA-441C-A70E-B5163DDF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F8D9BD7-8AD2-452D-8756-F249BCD47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64C336-8D1F-4149-AF67-6142A7349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5961E6-9513-46FE-B87A-45B1272E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15/11/2021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C388F2-4D6D-4126-809E-2B823C4C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38E6DA-4524-400F-9B38-1D6F5FD5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04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43A5C-0C41-4C31-8844-C09AFA42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F4322C-66BB-4503-B41E-FA1A75A32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8F4DC-90C9-4B78-A1B8-188509A2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15/11/2021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4CFDB2-B5A8-4972-B2B1-E012A225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DBD5E3-39C5-434B-9EB4-37AB329C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016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9E5A50-7171-40FA-AEA6-12AD115DD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C953F9-4A6D-46DB-8D17-8B70EA801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1A0E44-6A18-4C51-B6A7-6FD9128C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15/11/2021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D1F16A-042E-4D3B-BA7C-23FAD9DBC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0E5D4C-CE25-4F10-90D6-F7D65DFE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59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7AC8A31-43F0-47BB-A83B-EF8B862D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5D3F56-DDA0-440B-B68C-CB0B81DE8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D50EAA-28DC-40B2-A643-A9A2F5E8A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2BE56-6773-49CA-B8E5-089E7D32C300}" type="datetimeFigureOut">
              <a:rPr lang="pt-BR" smtClean="0"/>
              <a:t>15/11/2021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C5BEE6-D394-47CB-B77A-52FA75388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26AD54-1CAE-4E6D-92CD-EA12564AA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820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83154-7F24-48CB-98A8-215864A6A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83541"/>
            <a:ext cx="9144000" cy="2387600"/>
          </a:xfrm>
        </p:spPr>
        <p:txBody>
          <a:bodyPr>
            <a:normAutofit/>
          </a:bodyPr>
          <a:lstStyle/>
          <a:p>
            <a:r>
              <a:rPr lang="pt-BR" dirty="0">
                <a:latin typeface="Aileron" panose="00000500000000000000" pitchFamily="50" charset="0"/>
              </a:rPr>
              <a:t>Processo seletivo -</a:t>
            </a:r>
            <a:br>
              <a:rPr lang="pt-BR" dirty="0">
                <a:latin typeface="Aileron" panose="00000500000000000000" pitchFamily="50" charset="0"/>
              </a:rPr>
            </a:br>
            <a:r>
              <a:rPr lang="pt-BR" dirty="0">
                <a:latin typeface="Aileron" panose="00000500000000000000" pitchFamily="50" charset="0"/>
              </a:rPr>
              <a:t>Semana 2 – HTML/CSS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05038C9-90F1-4C16-9395-4266E12B8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183" y="501982"/>
            <a:ext cx="9497634" cy="217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49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O que é o HTML?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>
                <a:latin typeface="Clear Sans" panose="020B0503030202020304" pitchFamily="34" charset="0"/>
                <a:ea typeface="Cascadia Code" panose="020B0609020000020004" pitchFamily="49" charset="0"/>
                <a:cs typeface="Clear Sans" panose="020B0503030202020304" pitchFamily="34" charset="0"/>
              </a:rPr>
              <a:t>HyperText</a:t>
            </a:r>
            <a:r>
              <a:rPr lang="pt-BR" dirty="0">
                <a:latin typeface="Clear Sans" panose="020B0503030202020304" pitchFamily="34" charset="0"/>
                <a:ea typeface="Cascadia Code" panose="020B0609020000020004" pitchFamily="49" charset="0"/>
                <a:cs typeface="Clear Sans" panose="020B0503030202020304" pitchFamily="34" charset="0"/>
              </a:rPr>
              <a:t> Markup </a:t>
            </a:r>
            <a:r>
              <a:rPr lang="pt-BR" dirty="0" err="1">
                <a:latin typeface="Clear Sans" panose="020B0503030202020304" pitchFamily="34" charset="0"/>
                <a:ea typeface="Cascadia Code" panose="020B0609020000020004" pitchFamily="49" charset="0"/>
                <a:cs typeface="Clear Sans" panose="020B0503030202020304" pitchFamily="34" charset="0"/>
              </a:rPr>
              <a:t>Language</a:t>
            </a:r>
            <a:r>
              <a:rPr lang="pt-BR" dirty="0">
                <a:latin typeface="Clear Sans" panose="020B0503030202020304" pitchFamily="34" charset="0"/>
                <a:ea typeface="Cascadia Code" panose="020B0609020000020004" pitchFamily="49" charset="0"/>
                <a:cs typeface="Clear Sans" panose="020B0503030202020304" pitchFamily="34" charset="0"/>
              </a:rPr>
              <a:t>.</a:t>
            </a:r>
          </a:p>
          <a:p>
            <a:r>
              <a:rPr lang="pt-BR" dirty="0">
                <a:latin typeface="Clear Sans" panose="020B0503030202020304" pitchFamily="34" charset="0"/>
                <a:ea typeface="Cascadia Code" panose="020B0609020000020004" pitchFamily="49" charset="0"/>
                <a:cs typeface="Clear Sans" panose="020B0503030202020304" pitchFamily="34" charset="0"/>
              </a:rPr>
              <a:t>https://www.w3schools.com/html/</a:t>
            </a:r>
          </a:p>
        </p:txBody>
      </p:sp>
      <p:pic>
        <p:nvPicPr>
          <p:cNvPr id="1026" name="Picture 2" descr="What is HTML?">
            <a:extLst>
              <a:ext uri="{FF2B5EF4-FFF2-40B4-BE49-F238E27FC236}">
                <a16:creationId xmlns:a16="http://schemas.microsoft.com/office/drawing/2014/main" id="{8548DB78-43B6-47F4-B92E-2467035C9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588" y="3163650"/>
            <a:ext cx="3887522" cy="233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C76021E-5015-4048-B1BD-E4080E17D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413" y="3163650"/>
            <a:ext cx="5925377" cy="233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95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latin typeface="Aileron" panose="00000500000000000000" pitchFamily="50" charset="0"/>
              </a:rPr>
              <a:t>Tags</a:t>
            </a:r>
            <a:endParaRPr lang="pt-BR" dirty="0">
              <a:latin typeface="Aileron" panose="00000500000000000000" pitchFamily="50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Títulos:&lt;h1&gt; &lt;/h1&gt;..&lt;h2&gt; &lt;/h2&gt;....&lt;h6&gt; &lt;/h6&gt;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Parágrafos:&lt;p&gt; &lt;/p&gt;</a:t>
            </a:r>
          </a:p>
          <a:p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Append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(link):&lt;a 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href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=“#”&gt;&lt;/a&gt;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Imagem:&lt;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img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 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src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=“caminho” 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alt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=“Processo seletivo”&gt;</a:t>
            </a:r>
          </a:p>
          <a:p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Listas ordenadas: &lt;</a:t>
            </a:r>
            <a:r>
              <a:rPr lang="pt-BR" b="0" dirty="0" err="1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ol</a:t>
            </a:r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&gt; &lt;li&gt; Item 1 &lt;/li&gt; &lt;/</a:t>
            </a:r>
            <a:r>
              <a:rPr lang="pt-BR" b="0" dirty="0" err="1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ol</a:t>
            </a:r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&gt;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Listas não ordenadas: &lt;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ul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&gt; &lt;li&gt; Item 1 &lt;/li&gt; &lt;/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ul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&gt;</a:t>
            </a:r>
          </a:p>
          <a:p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Listas descritivas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: &lt;dl&gt; &lt;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dt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&gt; Ovo &lt;/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dt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&gt; &lt;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dd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&gt; Frito&lt;/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dd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&gt; &lt;/dl&gt;</a:t>
            </a:r>
            <a:endParaRPr lang="pt-BR" b="0" dirty="0">
              <a:effectLst/>
              <a:latin typeface="Clear Sans" panose="020B0503030202020304" pitchFamily="34" charset="0"/>
              <a:cs typeface="Clear Sans" panose="020B0503030202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76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c</a:t>
            </a:r>
            <a:r>
              <a:rPr lang="pt-BR" b="0" dirty="0" err="1">
                <a:latin typeface="Clear Sans" panose="020B0503030202020304" pitchFamily="34" charset="0"/>
                <a:cs typeface="Clear Sans" panose="020B0503030202020304" pitchFamily="34" charset="0"/>
              </a:rPr>
              <a:t>harset</a:t>
            </a:r>
            <a:r>
              <a:rPr lang="pt-BR" b="0" dirty="0">
                <a:latin typeface="Clear Sans" panose="020B0503030202020304" pitchFamily="34" charset="0"/>
                <a:cs typeface="Clear Sans" panose="020B0503030202020304" pitchFamily="34" charset="0"/>
              </a:rPr>
              <a:t>=“UTF-8”</a:t>
            </a:r>
          </a:p>
          <a:p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c</a:t>
            </a:r>
            <a:r>
              <a:rPr lang="pt-BR" b="0" dirty="0" err="1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lass</a:t>
            </a:r>
            <a:endParaRPr lang="pt-BR" b="0" dirty="0">
              <a:effectLst/>
              <a:latin typeface="Clear Sans" panose="020B0503030202020304" pitchFamily="34" charset="0"/>
              <a:cs typeface="Clear Sans" panose="020B0503030202020304" pitchFamily="34" charset="0"/>
            </a:endParaRP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i</a:t>
            </a:r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d</a:t>
            </a:r>
          </a:p>
          <a:p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src</a:t>
            </a:r>
            <a:endParaRPr lang="pt-BR" dirty="0">
              <a:latin typeface="Clear Sans" panose="020B0503030202020304" pitchFamily="34" charset="0"/>
              <a:cs typeface="Clear Sans" panose="020B0503030202020304" pitchFamily="34" charset="0"/>
            </a:endParaRPr>
          </a:p>
          <a:p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alt</a:t>
            </a:r>
            <a:endParaRPr lang="pt-BR" dirty="0">
              <a:latin typeface="Clear Sans" panose="020B0503030202020304" pitchFamily="34" charset="0"/>
              <a:cs typeface="Clear Sans" panose="020B0503030202020304" pitchFamily="34" charset="0"/>
            </a:endParaRPr>
          </a:p>
          <a:p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h</a:t>
            </a:r>
            <a:r>
              <a:rPr lang="pt-BR" b="0" dirty="0" err="1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ref</a:t>
            </a:r>
            <a:endParaRPr lang="pt-BR" b="0" dirty="0">
              <a:effectLst/>
              <a:latin typeface="Clear Sans" panose="020B0503030202020304" pitchFamily="34" charset="0"/>
              <a:cs typeface="Clear Sans" panose="020B0503030202020304" pitchFamily="34" charset="0"/>
            </a:endParaRPr>
          </a:p>
          <a:p>
            <a:endParaRPr lang="pt-BR" b="0" dirty="0">
              <a:effectLst/>
              <a:latin typeface="Clear Sans" panose="020B0503030202020304" pitchFamily="34" charset="0"/>
              <a:cs typeface="Clear Sans" panose="020B0503030202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360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HTML Semântico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&lt;header&gt; 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&lt;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footer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&gt;</a:t>
            </a:r>
          </a:p>
          <a:p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&lt;</a:t>
            </a:r>
            <a:r>
              <a:rPr lang="pt-BR" b="0" dirty="0" err="1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main</a:t>
            </a:r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&gt;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&lt;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navi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&gt;</a:t>
            </a:r>
          </a:p>
          <a:p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&lt;</a:t>
            </a:r>
            <a:r>
              <a:rPr lang="pt-BR" b="0" dirty="0" err="1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section</a:t>
            </a:r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&gt;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&lt;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article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&gt;</a:t>
            </a:r>
          </a:p>
          <a:p>
            <a:pPr marL="0" indent="0">
              <a:buNone/>
            </a:pPr>
            <a:endParaRPr lang="pt-BR" b="0" dirty="0">
              <a:effectLst/>
              <a:latin typeface="Clear Sans" panose="020B0503030202020304" pitchFamily="34" charset="0"/>
              <a:cs typeface="Clear Sans" panose="020B0503030202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887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Boas 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dirty="0" err="1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Identação</a:t>
            </a:r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Nomes de 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class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/id objetivos e claros.</a:t>
            </a:r>
          </a:p>
          <a:p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Aspas duplas.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Código simples e limpo.</a:t>
            </a:r>
          </a:p>
          <a:p>
            <a:r>
              <a:rPr lang="pt-BR" b="0" dirty="0" err="1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Vizualize</a:t>
            </a:r>
            <a:r>
              <a:rPr lang="pt-BR" b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 seu site em blocos.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Nunca faça os layouts </a:t>
            </a:r>
            <a:r>
              <a:rPr lang="pt-BR">
                <a:latin typeface="Clear Sans" panose="020B0503030202020304" pitchFamily="34" charset="0"/>
                <a:cs typeface="Clear Sans" panose="020B0503030202020304" pitchFamily="34" charset="0"/>
              </a:rPr>
              <a:t>em tabela.</a:t>
            </a:r>
            <a:endParaRPr lang="pt-BR" b="0" dirty="0">
              <a:effectLst/>
              <a:latin typeface="Clear Sans" panose="020B0503030202020304" pitchFamily="34" charset="0"/>
              <a:cs typeface="Clear Sans" panose="020B0503030202020304" pitchFamily="34" charset="0"/>
            </a:endParaRPr>
          </a:p>
          <a:p>
            <a:pPr marL="0" indent="0">
              <a:buNone/>
            </a:pPr>
            <a:endParaRPr lang="pt-BR" b="0" dirty="0">
              <a:effectLst/>
              <a:latin typeface="Clear Sans" panose="020B0503030202020304" pitchFamily="34" charset="0"/>
              <a:cs typeface="Clear Sans" panose="020B0503030202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3688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1753</TotalTime>
  <Words>198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Aileron</vt:lpstr>
      <vt:lpstr>Arial</vt:lpstr>
      <vt:lpstr>Calibri</vt:lpstr>
      <vt:lpstr>Calibri Light</vt:lpstr>
      <vt:lpstr>Clear Sans</vt:lpstr>
      <vt:lpstr>Tema do Office</vt:lpstr>
      <vt:lpstr>Processo seletivo - Semana 2 – HTML/CSS</vt:lpstr>
      <vt:lpstr>O que é o HTML?</vt:lpstr>
      <vt:lpstr>Tags</vt:lpstr>
      <vt:lpstr>Atributos</vt:lpstr>
      <vt:lpstr>HTML Semântico</vt:lpstr>
      <vt:lpstr>Boas práticas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Processo seletivo Focus Consultoria – Cronograma</dc:title>
  <dc:creator>gabriel silva knust</dc:creator>
  <cp:lastModifiedBy>gabriel silva knust</cp:lastModifiedBy>
  <cp:revision>21</cp:revision>
  <dcterms:created xsi:type="dcterms:W3CDTF">2021-11-05T15:19:31Z</dcterms:created>
  <dcterms:modified xsi:type="dcterms:W3CDTF">2021-11-15T17:56:27Z</dcterms:modified>
</cp:coreProperties>
</file>